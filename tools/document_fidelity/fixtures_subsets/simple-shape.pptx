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resentation xmlns="http://schemas.openxmlformats.org/presentationml/2006/main" xmlns:r="http://schemas.openxmlformats.org/officeDocument/2006/relationships">
  <sldIdLst>
    <sldId id="256" r:id="rId1"/>
  </sldIdLst>
  <sldSz cx="9144000" cy="6858000"/>
  <notesSz cx="6858000" cy="9144000"/>
</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Original title"/>
          <p:cNvSpPr/>
          <p:nvPr/>
        </p:nvSpPr>
        <p:spPr>
          <a:xfrm>
            <a:off x="100" y="100"/>
            <a:ext cx="1000000" cy="500000"/>
          </a:xfrm>
          <a:prstGeom prst="rect">
            <a:avLst/>
          </a:prstGeom>
        </p:spPr>
        <p:txBody>
          <a:bodyPr/>
          <a:lstStyle/>
          <a:p>
            <a:r>
              <a:rPr lang="en-US" b="1"/>
              <a:t>target</a:t>
            </a:r>
          </a:p>
        </p:txBody>
      </p:sp>
    </p:spTree>
  </p:cSld>
  <p:clrMapOvr>
    <a:masterClrMapping/>
  </p:clrMapOvr>
</p:sld>
</file>